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608" r:id="rId2"/>
    <p:sldId id="625" r:id="rId3"/>
    <p:sldId id="729" r:id="rId4"/>
    <p:sldId id="728" r:id="rId5"/>
    <p:sldId id="730" r:id="rId6"/>
    <p:sldId id="731" r:id="rId7"/>
    <p:sldId id="73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4B8C"/>
    <a:srgbClr val="EDEAEA"/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50"/>
    <p:restoredTop sz="94636"/>
  </p:normalViewPr>
  <p:slideViewPr>
    <p:cSldViewPr snapToGrid="0" snapToObjects="1">
      <p:cViewPr varScale="1">
        <p:scale>
          <a:sx n="60" d="100"/>
          <a:sy n="60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1" d="100"/>
          <a:sy n="71" d="100"/>
        </p:scale>
        <p:origin x="256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B02BC-D360-3D43-9A92-637FD3069957}" type="datetime1">
              <a:rPr lang="en-IN" smtClean="0"/>
              <a:t>20-03-2026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16CE5-9819-F54B-97D7-E535D1C3917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40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C563441B-7BE4-2744-ABA0-4FD2AC8404CF}" type="datetime1">
              <a:rPr lang="en-IN" smtClean="0"/>
              <a:t>20-03-2026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000"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36565659-16CB-FC4B-86AF-6ED0A960AC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8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4pPr>
    <a:lvl5pPr marL="1828800" algn="l" defTabSz="914400" rtl="0" eaLnBrk="1" latinLnBrk="0" hangingPunct="1">
      <a:defRPr sz="1100" kern="1200">
        <a:solidFill>
          <a:schemeClr val="tx1"/>
        </a:solidFill>
        <a:latin typeface="Source Sans Pro" charset="0"/>
        <a:ea typeface="Source Sans Pro" charset="0"/>
        <a:cs typeface="Source Sans Pro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0"/>
            <a:ext cx="12192000" cy="5150734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85754"/>
            <a:ext cx="9144000" cy="2387600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48313"/>
            <a:ext cx="9144000" cy="147287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EDEAEA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402388"/>
            <a:ext cx="6667016" cy="1230538"/>
          </a:xfrm>
          <a:prstGeom prst="rect">
            <a:avLst/>
          </a:prstGeom>
        </p:spPr>
      </p:pic>
      <p:cxnSp>
        <p:nvCxnSpPr>
          <p:cNvPr id="17" name="Straight Connector 16"/>
          <p:cNvCxnSpPr/>
          <p:nvPr userDrawn="1"/>
        </p:nvCxnSpPr>
        <p:spPr>
          <a:xfrm>
            <a:off x="6736460" y="5335929"/>
            <a:ext cx="0" cy="1354238"/>
          </a:xfrm>
          <a:prstGeom prst="line">
            <a:avLst/>
          </a:prstGeom>
          <a:ln>
            <a:solidFill>
              <a:srgbClr val="214B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/>
          <p:cNvSpPr>
            <a:spLocks noGrp="1"/>
          </p:cNvSpPr>
          <p:nvPr>
            <p:ph type="body" sz="quarter" idx="10" hasCustomPrompt="1"/>
          </p:nvPr>
        </p:nvSpPr>
        <p:spPr>
          <a:xfrm>
            <a:off x="7048981" y="5335588"/>
            <a:ext cx="4862031" cy="1354137"/>
          </a:xfrm>
        </p:spPr>
        <p:txBody>
          <a:bodyPr anchor="ctr">
            <a:normAutofit/>
          </a:bodyPr>
          <a:lstStyle>
            <a:lvl1pPr>
              <a:defRPr sz="1800" baseline="0"/>
            </a:lvl1pPr>
          </a:lstStyle>
          <a:p>
            <a:pPr lvl="0"/>
            <a:r>
              <a:rPr lang="en-US" dirty="0"/>
              <a:t>Dr./Mr./Mrs. Name</a:t>
            </a:r>
          </a:p>
          <a:p>
            <a:pPr lvl="0"/>
            <a:r>
              <a:rPr lang="en-US" dirty="0"/>
              <a:t>Designation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3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0916" y="6311899"/>
            <a:ext cx="1523010" cy="365125"/>
          </a:xfrm>
        </p:spPr>
        <p:txBody>
          <a:bodyPr lIns="9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9399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47371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Box 3"/>
          <p:cNvSpPr txBox="1"/>
          <p:nvPr userDrawn="1"/>
        </p:nvSpPr>
        <p:spPr>
          <a:xfrm>
            <a:off x="3570605" y="6308725"/>
            <a:ext cx="2440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HiRTO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25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3425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4"/>
            <a:ext cx="10515600" cy="943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5558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37977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558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379773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1500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1500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://www.iiitdm.ac.in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6108732"/>
            <a:ext cx="12192000" cy="749268"/>
          </a:xfrm>
          <a:prstGeom prst="rect">
            <a:avLst/>
          </a:prstGeom>
          <a:solidFill>
            <a:srgbClr val="214B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42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11107"/>
            <a:ext cx="10515600" cy="4368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93047" y="6311899"/>
            <a:ext cx="15008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bg1"/>
                </a:solidFill>
                <a:latin typeface="Source Sans Pro" charset="0"/>
                <a:ea typeface="Source Sans Pro" charset="0"/>
                <a:cs typeface="Source Sans Pro" charset="0"/>
              </a:defRPr>
            </a:lvl1pPr>
          </a:lstStyle>
          <a:p>
            <a:fld id="{1EDEEB96-EEF2-A041-AEC4-04121E2F9632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>
            <a:hlinkClick r:id="rId13"/>
            <a:hlinkHover r:id="" action="ppaction://noaction" highlightClick="1"/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47" y="6184361"/>
            <a:ext cx="3239999" cy="598010"/>
          </a:xfrm>
          <a:prstGeom prst="rect">
            <a:avLst/>
          </a:prstGeom>
        </p:spPr>
      </p:pic>
      <p:cxnSp>
        <p:nvCxnSpPr>
          <p:cNvPr id="13" name="Straight Connector 12"/>
          <p:cNvCxnSpPr/>
          <p:nvPr userDrawn="1"/>
        </p:nvCxnSpPr>
        <p:spPr>
          <a:xfrm>
            <a:off x="3472405" y="6227180"/>
            <a:ext cx="0" cy="5440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214B8C"/>
          </a:solidFill>
          <a:latin typeface="Bookman Old Style" panose="02050604050505020204" charset="0"/>
          <a:ea typeface="Bookman Old Style" panose="02050604050505020204" charset="0"/>
          <a:cs typeface="Bookman Old Style" panose="020506040505050202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Source Sans Pro" charset="0"/>
          <a:ea typeface="Source Sans Pro" charset="0"/>
          <a:cs typeface="Source Sans Pro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sz="4200">
                <a:latin typeface="Times New Roman" panose="02020603050405020304" charset="0"/>
                <a:cs typeface="Times New Roman" panose="02020603050405020304" charset="0"/>
              </a:rPr>
              <a:t>Title of the Topic </a:t>
            </a:r>
            <a:r>
              <a:rPr lang="en-US" altLang="en-US"/>
              <a:t/>
            </a:r>
            <a:br>
              <a:rPr lang="en-US" altLang="en-US"/>
            </a:b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(Font: 38–42pt, Bold, Centered)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635" y="2748263"/>
            <a:ext cx="9144000" cy="1472877"/>
          </a:xfrm>
        </p:spPr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Topic ID: </a:t>
            </a: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Student/s Name and Roll Number (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Font: 20–24 pt)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CS5005 (</a:t>
            </a:r>
            <a:r>
              <a:rPr lang="en-US" dirty="0" err="1" smtClean="0"/>
              <a:t>IIoT</a:t>
            </a:r>
            <a:r>
              <a:rPr lang="en-US" dirty="0" smtClean="0"/>
              <a:t> and Cloud Computing)</a:t>
            </a:r>
          </a:p>
          <a:p>
            <a:pPr marL="0" indent="0">
              <a:buNone/>
            </a:pPr>
            <a:r>
              <a:rPr lang="en-US" dirty="0"/>
              <a:t>Research Paper</a:t>
            </a:r>
            <a:r>
              <a:rPr lang="en-US" dirty="0" smtClean="0"/>
              <a:t>/ </a:t>
            </a:r>
            <a:r>
              <a:rPr lang="en-US" dirty="0" err="1" smtClean="0"/>
              <a:t>IIoT</a:t>
            </a:r>
            <a:r>
              <a:rPr lang="en-US" dirty="0" smtClean="0"/>
              <a:t> </a:t>
            </a:r>
            <a:r>
              <a:rPr lang="en-US" dirty="0"/>
              <a:t>and Cloud Computing Topic Presentation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0668635" y="6311900"/>
            <a:ext cx="1523365" cy="365125"/>
          </a:xfrm>
        </p:spPr>
        <p:txBody>
          <a:bodyPr/>
          <a:lstStyle/>
          <a:p>
            <a:fld id="{1EDEEB96-EEF2-A041-AEC4-04121E2F9632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090" y="1634490"/>
            <a:ext cx="11228070" cy="4351655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What are the main contents you are presenting?</a:t>
            </a:r>
          </a:p>
          <a:p>
            <a:pPr marL="0" indent="0" algn="just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 algn="just">
              <a:buNone/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Design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490"/>
            <a:ext cx="10955655" cy="4351655"/>
          </a:xfrm>
        </p:spPr>
        <p:txBody>
          <a:bodyPr/>
          <a:lstStyle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Use only provided template (dont use other than this)</a:t>
            </a: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Keep text minimal per slide (avoid paragraphs)</a:t>
            </a: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Use icons, diagrams, or charts wherever possible</a:t>
            </a: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Maintain font consistency (e.g., 32–40pt for headings, 22–28pt for content)</a:t>
            </a:r>
          </a:p>
          <a:p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Use animations where needed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490"/>
            <a:ext cx="10955655" cy="4351655"/>
          </a:xfrm>
        </p:spPr>
        <p:txBody>
          <a:bodyPr/>
          <a:lstStyle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(Use 3–5 bullet points, font size: 22–28pt)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Implementation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490"/>
            <a:ext cx="10955655" cy="4351655"/>
          </a:xfrm>
        </p:spPr>
        <p:txBody>
          <a:bodyPr/>
          <a:lstStyle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(Use 3–5 bullet points, font size: 22–28pt)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542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490"/>
            <a:ext cx="10955655" cy="4351655"/>
          </a:xfrm>
        </p:spPr>
        <p:txBody>
          <a:bodyPr/>
          <a:lstStyle/>
          <a:p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(Use 3–5 bullet points, font size: 22–28pt)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234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latin typeface="Times New Roman" panose="02020603050405020304" charset="0"/>
                <a:cs typeface="Times New Roman" panose="02020603050405020304" charset="0"/>
              </a:rPr>
              <a:t>References</a:t>
            </a:r>
            <a:endParaRPr lang="en-US" alt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34490"/>
            <a:ext cx="10955655" cy="43516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[1] A.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Botta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W. De Donato, V.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Persico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and A.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Pescape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“Integration of cloud computing and internet of things: a survey,” Future generation computer systems, vol. 56, pp. 684–700, 2016.</a:t>
            </a:r>
          </a:p>
          <a:p>
            <a:pPr marL="0" indent="0">
              <a:buNone/>
            </a:pP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[2] A.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Botta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W. De Donato, V.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Persico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and A.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Pescape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“Integration of cloud computing and internet of things: a survey,” Future generation computer systems, vol. 56, pp. 684–700, 2016.</a:t>
            </a:r>
          </a:p>
          <a:p>
            <a:pPr marL="0" indent="0">
              <a:buNone/>
            </a:pP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[3] A.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Botta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W. De Donato, V.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Persico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and A. </a:t>
            </a:r>
            <a:r>
              <a:rPr lang="en-US" altLang="en-US" sz="2000" dirty="0" err="1" smtClean="0">
                <a:latin typeface="Times New Roman" panose="02020603050405020304" charset="0"/>
                <a:cs typeface="Times New Roman" panose="02020603050405020304" charset="0"/>
              </a:rPr>
              <a:t>Pescape</a:t>
            </a:r>
            <a:r>
              <a:rPr lang="en-US" altLang="en-US" sz="2000" dirty="0" smtClean="0">
                <a:latin typeface="Times New Roman" panose="02020603050405020304" charset="0"/>
                <a:cs typeface="Times New Roman" panose="02020603050405020304" charset="0"/>
              </a:rPr>
              <a:t>, “Integration of cloud computing and internet of things: a survey,” Future generation computer systems, vol. 56, pp. 684–700, 2016.</a:t>
            </a:r>
          </a:p>
          <a:p>
            <a:pPr marL="0" indent="0">
              <a:buNone/>
            </a:pPr>
            <a:endParaRPr lang="en-US" altLang="en-US" sz="20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EDEEB96-EEF2-A041-AEC4-04121E2F963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724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284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Calibri</vt:lpstr>
      <vt:lpstr>Source Sans Pro</vt:lpstr>
      <vt:lpstr>Times New Roman</vt:lpstr>
      <vt:lpstr>Office Theme</vt:lpstr>
      <vt:lpstr>Title of the Topic  (Font: 38–42pt, Bold, Centered)</vt:lpstr>
      <vt:lpstr>Contents</vt:lpstr>
      <vt:lpstr>Design Tips</vt:lpstr>
      <vt:lpstr>Introduction</vt:lpstr>
      <vt:lpstr>Implementation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aravindan.srinivasan@hotmail.com</cp:lastModifiedBy>
  <cp:revision>917</cp:revision>
  <dcterms:created xsi:type="dcterms:W3CDTF">2016-10-19T11:41:00Z</dcterms:created>
  <dcterms:modified xsi:type="dcterms:W3CDTF">2026-03-20T10:57:08Z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C108E57BB6B2489282E5AF568B94319C_13</vt:lpwstr>
  </property>
  <property fmtid="{D5CDD505-2E9C-101B-9397-08002B2CF9AE}" pid="3" name="KSOProductBuildVer">
    <vt:lpwstr>1033-12.2.0.20326</vt:lpwstr>
  </property>
</Properties>
</file>